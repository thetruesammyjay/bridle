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🐴 BRIDLE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0A0"/>
                </a:solidFill>
              </a:rPr>
              <a:t>Multi-Agent DeFi Autonomous Wallet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0A0A0"/>
                </a:solidFill>
              </a:rPr>
              <a:t>Built on Solana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Bridle is a prototype multi-agent autonomous wallet platform.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Built for Superteam Nigeria DeFi Developer Challenge.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AI agents independently create wallets, manage funds, and make trading decisions.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Fully observable via real-time web dashboard.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Secure Wallet Management (AES-256-GCM encrypted key storage).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AI-Powered Decisions via Google Gemini (BUY/SELL/HOLD).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Live Market Data via Jupiter Price API.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Real-Time Dashboard with WebSocket updates.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Policy Guards (Spending limits, daily caps, token whitelists).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Wallet Security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One Keypair Per Agent: Ensures isolation and limited blast radius.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Key Generation: Generated in-memory and never stored in plaintext.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PBKDF2 Key Derivation: 100k iterations of SHA-512 prevents brute-force.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AES-256-GCM Encryption: Provides confidentiality and tamper detection.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Agent Integration (Gemini)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Engine receives Market Data (Prices/trends) and Portfolio State.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Agent relies on specific Risk Profiles (Max size, daily limits).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Outputs structured JSON: Action, Token Pair, Amount, Confidence.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Automatic Rule Engine Fallback if Gemini hits rate limits.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dApp Connector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Connect external Solana dApps to agent wallets securely.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Agents participate in any protocol (swaps, lending, NFTs).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Explicit human-in-the-loop approval on Dashboard for external sign requests.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WalletConnectService manages localized, secure sessions.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Makes Bridle Different?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Multi-Agent: Run N autonomous agents simultaneously.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Real AI Reasoning: Holistic decision-making using LLMs.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Security-First: Built-in policy guards and audit trails.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</a:rPr>
              <a:t>Developer Ready: Includes CLI demo, REST API, and devnet bounds.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2026-03-08T13:55:56Z</dcterms:created>
  <dcterms:modified xsi:type="dcterms:W3CDTF">2026-03-08T13:55:56Z</dcterms:modified>
</cp:coreProperties>
</file>